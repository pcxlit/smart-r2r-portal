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RepairFlow: a platform built around the right-to-repair movement. Explain right-to-repair in one line, then say what the platform does - connects owners, shops, and manufacturers - and its sustainability angle. Aim for under 1 minute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drivers: e-waste is growing faster than recycling (cite the 62 million tonne / 22% stat), right-to-repair laws are gaining ground (India, EU, US states), repair pricing is opaque for consumers, and repair shops themselves are still working off paper and phone calls. Keep to about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breakdowns quickly, then land on the boxed core problem statement on the right - read it as your one-sentence thesis before moving to the solution slide. About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feature back to a problem from the last slide: tracking solves the visibility gap, the directory solves discovery, the docs hub solves parts/manual access, and the dashboard closes the loop on the e-waste motivation. Close with the platform's overall goal. About a minute, leaving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airflow/icons/tool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686800" y="24688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RepairFlow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&amp; Device Repair Management Platform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512064" cy="512064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1" descr="/home/claude/repairflow/icons/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17" y="2922057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7614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Movement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17320" y="309981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advocates for consumers' and repair shops' ability to fix devices, with open access to parts, tools, and manuals.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3977640"/>
            <a:ext cx="512064" cy="512064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/home/claude/repairflow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17" y="4110777"/>
            <a:ext cx="245791" cy="2457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9502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417320" y="428853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brings device owners, independent repair shops, and manufacturers together in one place.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5166360"/>
            <a:ext cx="512064" cy="512064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3" descr="/home/claude/repairflow/icons/recy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17" y="5299497"/>
            <a:ext cx="245791" cy="2457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51389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Sustainability Driver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417320" y="547725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making repair easier and more transparent, RepairFlow helps keep devices in use for longer.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48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forces pushing repair from an afterthought to a necessity.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5F5F3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home/claude/repairflow/icons/tr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420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23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E-Waste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9900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generated 62 million tonnes of e-waste in 2022, and only 22% of it was properly collected and recycled (UN Global E-waste Monitor).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21488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5F5F3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/home/claude/repairflow/icons/gav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5420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423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Right-to-Repair Momentum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9900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Right to Repair Portal, the EU's repair directive, and new laws in several US states are pushing manufacturers toward repairable design.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3434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5F5F3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61772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/home/claude/repairflow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73659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6177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Opaque Repair Costs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14400" y="51846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often face expensive repairs with no easy way to compare shops or verify whether a quoted price is fair.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43434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5F5F3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61772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/home/claude/repairflow/icons/st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73659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6177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Fragmented Ecosystem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92240" y="51846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repair shops still rely on paper logs and phone calls instead of digital tools for jobs, parts, and customers.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48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down today, for both sides of a repair.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repairflow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677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122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Discovery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24048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can't easily find verified repair shops or compare quotes in one place.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/home/claude/repairflow/icons/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821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0266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Repair Visibility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25880" y="33192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device is dropped off, there is no way to track status, cost, or timeline.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/home/claude/repairflow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965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9410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Parts &amp; Manuals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25880" y="42336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shops struggle to source genuine parts and official repair documentation.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/home/claude/repairflow/icons/lea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01091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8554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Loses to Replacement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25880" y="51480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expensive repairs push users toward buying new devices, adding to e-waste.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452360" y="2148840"/>
            <a:ext cx="4069080" cy="3931920"/>
          </a:xfrm>
          <a:prstGeom prst="roundRect">
            <a:avLst>
              <a:gd name="adj" fmla="val 2326"/>
            </a:avLst>
          </a:prstGeom>
          <a:solidFill>
            <a:srgbClr val="1C2B26"/>
          </a:solidFill>
          <a:ln/>
        </p:spPr>
      </p:sp>
      <p:sp>
        <p:nvSpPr>
          <p:cNvPr id="22" name="Text 16"/>
          <p:cNvSpPr/>
          <p:nvPr/>
        </p:nvSpPr>
        <p:spPr>
          <a:xfrm>
            <a:off x="781812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818120" y="3017520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owners and repair shops lack a single, transparent platform to manage repairs, access parts and documentation, and make repair the easier choice.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airflow/icons/tool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686800" y="24688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RepairFlow closes the gap.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283B34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1" descr="/home/claude/repairflow/icons/clipboar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54203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423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Request &amp; Tracking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4400" y="29900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repair request and track its status in real time, from drop-off to completion.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17920" y="21488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283B34"/>
          </a:solidFill>
          <a:ln/>
        </p:spPr>
      </p:sp>
      <p:sp>
        <p:nvSpPr>
          <p:cNvPr id="12" name="Shape 8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/home/claude/repairflow/icons/mapmar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5420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423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Repair Directory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92240" y="29900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rated, verified repair shops with transparent, upfront pricing.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3434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283B34"/>
          </a:solidFill>
          <a:ln/>
        </p:spPr>
      </p:sp>
      <p:sp>
        <p:nvSpPr>
          <p:cNvPr id="17" name="Shape 12"/>
          <p:cNvSpPr/>
          <p:nvPr/>
        </p:nvSpPr>
        <p:spPr>
          <a:xfrm>
            <a:off x="914400" y="461772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/home/claude/repairflow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73659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6177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&amp; Documentation Hub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14400" y="51846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access to repair guides, manuals, and genuine spare-part sourcing.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17920" y="43434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283B34"/>
          </a:solidFill>
          <a:ln/>
        </p:spPr>
      </p:sp>
      <p:sp>
        <p:nvSpPr>
          <p:cNvPr id="22" name="Shape 16"/>
          <p:cNvSpPr/>
          <p:nvPr/>
        </p:nvSpPr>
        <p:spPr>
          <a:xfrm>
            <a:off x="6492240" y="4617720"/>
            <a:ext cx="457200" cy="457200"/>
          </a:xfrm>
          <a:prstGeom prst="ellipse">
            <a:avLst/>
          </a:prstGeom>
          <a:solidFill>
            <a:srgbClr val="E8871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/home/claude/repairflow/icons/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473659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46177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Dashboard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92240" y="51846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repairs completed and e-waste diverted, backing right-to-repair advocacy with real data.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2026-08-09T18:09:31Z</dcterms:created>
  <dcterms:modified xsi:type="dcterms:W3CDTF">2026-08-09T18:09:31Z</dcterms:modified>
</cp:coreProperties>
</file>